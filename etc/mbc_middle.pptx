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65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3204A2-0455-4FBE-9CF6-AA123EF5C114}" v="10" dt="2026-01-29T03:03:06.3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1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동현 임" userId="bfd0dec5d22372d9" providerId="LiveId" clId="{F2D5EDD2-1DF9-4194-8BFE-0FE246D3B9F2}"/>
    <pc:docChg chg="undo custSel addSld modSld">
      <pc:chgData name="동현 임" userId="bfd0dec5d22372d9" providerId="LiveId" clId="{F2D5EDD2-1DF9-4194-8BFE-0FE246D3B9F2}" dt="2026-01-29T03:03:13.448" v="1630" actId="1076"/>
      <pc:docMkLst>
        <pc:docMk/>
      </pc:docMkLst>
      <pc:sldChg chg="addSp modSp new mod">
        <pc:chgData name="동현 임" userId="bfd0dec5d22372d9" providerId="LiveId" clId="{F2D5EDD2-1DF9-4194-8BFE-0FE246D3B9F2}" dt="2026-01-29T02:50:14.808" v="3" actId="962"/>
        <pc:sldMkLst>
          <pc:docMk/>
          <pc:sldMk cId="3636361819" sldId="257"/>
        </pc:sldMkLst>
        <pc:picChg chg="add mod">
          <ac:chgData name="동현 임" userId="bfd0dec5d22372d9" providerId="LiveId" clId="{F2D5EDD2-1DF9-4194-8BFE-0FE246D3B9F2}" dt="2026-01-29T02:50:14.808" v="3" actId="962"/>
          <ac:picMkLst>
            <pc:docMk/>
            <pc:sldMk cId="3636361819" sldId="257"/>
            <ac:picMk id="3" creationId="{7E18548C-9655-CFD0-14FE-7E27C742FE0E}"/>
          </ac:picMkLst>
        </pc:picChg>
      </pc:sldChg>
      <pc:sldChg chg="addSp modSp new mod">
        <pc:chgData name="동현 임" userId="bfd0dec5d22372d9" providerId="LiveId" clId="{F2D5EDD2-1DF9-4194-8BFE-0FE246D3B9F2}" dt="2026-01-29T02:52:51.237" v="259" actId="20577"/>
        <pc:sldMkLst>
          <pc:docMk/>
          <pc:sldMk cId="2676729709" sldId="258"/>
        </pc:sldMkLst>
        <pc:spChg chg="add mod">
          <ac:chgData name="동현 임" userId="bfd0dec5d22372d9" providerId="LiveId" clId="{F2D5EDD2-1DF9-4194-8BFE-0FE246D3B9F2}" dt="2026-01-29T02:52:51.237" v="259" actId="20577"/>
          <ac:spMkLst>
            <pc:docMk/>
            <pc:sldMk cId="2676729709" sldId="258"/>
            <ac:spMk id="2" creationId="{78130C2B-309F-CA35-6127-1ACA7B62CDFC}"/>
          </ac:spMkLst>
        </pc:spChg>
      </pc:sldChg>
      <pc:sldChg chg="modSp add mod">
        <pc:chgData name="동현 임" userId="bfd0dec5d22372d9" providerId="LiveId" clId="{F2D5EDD2-1DF9-4194-8BFE-0FE246D3B9F2}" dt="2026-01-29T02:58:52.798" v="1169" actId="20577"/>
        <pc:sldMkLst>
          <pc:docMk/>
          <pc:sldMk cId="4112367289" sldId="259"/>
        </pc:sldMkLst>
        <pc:spChg chg="mod">
          <ac:chgData name="동현 임" userId="bfd0dec5d22372d9" providerId="LiveId" clId="{F2D5EDD2-1DF9-4194-8BFE-0FE246D3B9F2}" dt="2026-01-29T02:58:52.798" v="1169" actId="20577"/>
          <ac:spMkLst>
            <pc:docMk/>
            <pc:sldMk cId="4112367289" sldId="259"/>
            <ac:spMk id="2" creationId="{2613FD16-45E9-A1DF-93A4-3F0D0227EB8A}"/>
          </ac:spMkLst>
        </pc:spChg>
      </pc:sldChg>
      <pc:sldChg chg="modSp add mod">
        <pc:chgData name="동현 임" userId="bfd0dec5d22372d9" providerId="LiveId" clId="{F2D5EDD2-1DF9-4194-8BFE-0FE246D3B9F2}" dt="2026-01-29T02:59:16.246" v="1212" actId="20577"/>
        <pc:sldMkLst>
          <pc:docMk/>
          <pc:sldMk cId="1816434773" sldId="260"/>
        </pc:sldMkLst>
        <pc:spChg chg="mod">
          <ac:chgData name="동현 임" userId="bfd0dec5d22372d9" providerId="LiveId" clId="{F2D5EDD2-1DF9-4194-8BFE-0FE246D3B9F2}" dt="2026-01-29T02:59:16.246" v="1212" actId="20577"/>
          <ac:spMkLst>
            <pc:docMk/>
            <pc:sldMk cId="1816434773" sldId="260"/>
            <ac:spMk id="2" creationId="{7F30F3D7-6705-A85F-A6C4-C3183970DC50}"/>
          </ac:spMkLst>
        </pc:spChg>
      </pc:sldChg>
      <pc:sldChg chg="modSp add mod">
        <pc:chgData name="동현 임" userId="bfd0dec5d22372d9" providerId="LiveId" clId="{F2D5EDD2-1DF9-4194-8BFE-0FE246D3B9F2}" dt="2026-01-29T03:01:03.745" v="1409" actId="20577"/>
        <pc:sldMkLst>
          <pc:docMk/>
          <pc:sldMk cId="3570930217" sldId="261"/>
        </pc:sldMkLst>
        <pc:spChg chg="mod">
          <ac:chgData name="동현 임" userId="bfd0dec5d22372d9" providerId="LiveId" clId="{F2D5EDD2-1DF9-4194-8BFE-0FE246D3B9F2}" dt="2026-01-29T03:01:03.745" v="1409" actId="20577"/>
          <ac:spMkLst>
            <pc:docMk/>
            <pc:sldMk cId="3570930217" sldId="261"/>
            <ac:spMk id="2" creationId="{7659A523-7C4E-D0DD-A541-D1AD03DED8EB}"/>
          </ac:spMkLst>
        </pc:spChg>
      </pc:sldChg>
      <pc:sldChg chg="modSp add mod">
        <pc:chgData name="동현 임" userId="bfd0dec5d22372d9" providerId="LiveId" clId="{F2D5EDD2-1DF9-4194-8BFE-0FE246D3B9F2}" dt="2026-01-29T03:02:12.093" v="1572" actId="20577"/>
        <pc:sldMkLst>
          <pc:docMk/>
          <pc:sldMk cId="1459884139" sldId="262"/>
        </pc:sldMkLst>
        <pc:spChg chg="mod">
          <ac:chgData name="동현 임" userId="bfd0dec5d22372d9" providerId="LiveId" clId="{F2D5EDD2-1DF9-4194-8BFE-0FE246D3B9F2}" dt="2026-01-29T03:02:12.093" v="1572" actId="20577"/>
          <ac:spMkLst>
            <pc:docMk/>
            <pc:sldMk cId="1459884139" sldId="262"/>
            <ac:spMk id="2" creationId="{5FD977D4-D885-FFC0-B941-9C3CAA778681}"/>
          </ac:spMkLst>
        </pc:spChg>
      </pc:sldChg>
      <pc:sldChg chg="modSp add mod">
        <pc:chgData name="동현 임" userId="bfd0dec5d22372d9" providerId="LiveId" clId="{F2D5EDD2-1DF9-4194-8BFE-0FE246D3B9F2}" dt="2026-01-29T03:02:37.934" v="1620" actId="20577"/>
        <pc:sldMkLst>
          <pc:docMk/>
          <pc:sldMk cId="1505897228" sldId="263"/>
        </pc:sldMkLst>
        <pc:spChg chg="mod">
          <ac:chgData name="동현 임" userId="bfd0dec5d22372d9" providerId="LiveId" clId="{F2D5EDD2-1DF9-4194-8BFE-0FE246D3B9F2}" dt="2026-01-29T03:02:37.934" v="1620" actId="20577"/>
          <ac:spMkLst>
            <pc:docMk/>
            <pc:sldMk cId="1505897228" sldId="263"/>
            <ac:spMk id="2" creationId="{E2CB7C3A-9CE0-933B-DDCE-1E43791AF8FF}"/>
          </ac:spMkLst>
        </pc:spChg>
      </pc:sldChg>
      <pc:sldChg chg="addSp modSp new mod">
        <pc:chgData name="동현 임" userId="bfd0dec5d22372d9" providerId="LiveId" clId="{F2D5EDD2-1DF9-4194-8BFE-0FE246D3B9F2}" dt="2026-01-29T03:03:13.448" v="1630" actId="1076"/>
        <pc:sldMkLst>
          <pc:docMk/>
          <pc:sldMk cId="3227803470" sldId="264"/>
        </pc:sldMkLst>
        <pc:picChg chg="add mod">
          <ac:chgData name="동현 임" userId="bfd0dec5d22372d9" providerId="LiveId" clId="{F2D5EDD2-1DF9-4194-8BFE-0FE246D3B9F2}" dt="2026-01-29T03:03:13.448" v="1630" actId="1076"/>
          <ac:picMkLst>
            <pc:docMk/>
            <pc:sldMk cId="3227803470" sldId="264"/>
            <ac:picMk id="3" creationId="{E5066C86-977E-925F-00F4-9976C65AA4BA}"/>
          </ac:picMkLst>
        </pc:picChg>
      </pc:sldChg>
      <pc:sldChg chg="addSp modSp new mod">
        <pc:chgData name="동현 임" userId="bfd0dec5d22372d9" providerId="LiveId" clId="{F2D5EDD2-1DF9-4194-8BFE-0FE246D3B9F2}" dt="2026-01-29T03:03:06.816" v="1629" actId="962"/>
        <pc:sldMkLst>
          <pc:docMk/>
          <pc:sldMk cId="2723328816" sldId="265"/>
        </pc:sldMkLst>
        <pc:picChg chg="add mod">
          <ac:chgData name="동현 임" userId="bfd0dec5d22372d9" providerId="LiveId" clId="{F2D5EDD2-1DF9-4194-8BFE-0FE246D3B9F2}" dt="2026-01-29T03:03:06.816" v="1629" actId="962"/>
          <ac:picMkLst>
            <pc:docMk/>
            <pc:sldMk cId="2723328816" sldId="265"/>
            <ac:picMk id="3" creationId="{6725E063-0F75-98BF-A090-A758C62EA6D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884827-1EA6-23C0-4EFD-644BEB2910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256A519-DCA5-BF2E-6286-537DB64D48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740295-1BBA-CBC4-E2FD-83066012F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C5A23-5348-47D6-A19F-73F30BA4A76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004183-6B9F-2A8C-D159-ECB4FADB3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A5886B-0788-A8C0-84CD-BC2DD1679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0A963-9EE2-4A9B-B411-7EF87C646B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2996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F064F7-2E49-8B87-030F-324DFE48F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6F48B-1FB1-511F-F3C9-F1C1DA1E6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29AD55-1241-CEC1-FF71-568FA8396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C5A23-5348-47D6-A19F-73F30BA4A76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774116-3E8C-A9E8-9724-962837BA0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AF0B9-4007-C003-0034-0FF2ECDF0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0A963-9EE2-4A9B-B411-7EF87C646B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5091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FAC711-774B-3364-23CE-701E5F0A1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4E0ACF-569B-80AB-4E93-8AAB61919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57296C-C51D-8339-BBFC-75BE1375B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C5A23-5348-47D6-A19F-73F30BA4A76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E8D857-B143-51C6-BB92-B7F9C54D5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5AFCAE-C53C-2FD7-0D38-C79A76E93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0A963-9EE2-4A9B-B411-7EF87C646B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6207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20F8FB-1AB0-CEFB-228F-41E3142FA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72C920-8FA3-8F4B-A67A-7E68DC5EB7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8CD14D2-8007-EB97-2EE0-D171F647DF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2C52BC-059E-D9EF-F425-19170CF19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C5A23-5348-47D6-A19F-73F30BA4A76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5968AD-3034-FBF4-39DF-797D06DB0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6B35473-B08D-B6B7-0810-DCC1D8D6F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0A963-9EE2-4A9B-B411-7EF87C646B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3837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1BAFF2-7CEF-491C-ADF8-36666375C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E3E1D1-9BC6-C425-3159-F8D6AE429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EF306CD-892A-EBAA-DF2B-8937D4E9A1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E9A5804-74EF-1372-0F43-D2CEEDAE83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D676174-8FAF-6B56-CB9E-6C13BB3E6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EE39EC2-E4D9-40AC-9CA7-8F172185C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C5A23-5348-47D6-A19F-73F30BA4A76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5002BCE-AAEA-1E4A-00A7-2CCB88D71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7FBE2C8-96A7-5764-E920-66E9FF983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0A963-9EE2-4A9B-B411-7EF87C646B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6135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8E874E-99CD-B8FB-5EEF-FB8DB140C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7B1C709-CE43-469B-FD21-5AA5D7BDA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C5A23-5348-47D6-A19F-73F30BA4A76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E0999FB-C790-BDAC-C589-DF540771C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F98BFB2-27A8-DF30-8CA0-FCE726863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0A963-9EE2-4A9B-B411-7EF87C646B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4002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A014946-AEE7-3AC6-6BC0-B45ACC999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C5A23-5348-47D6-A19F-73F30BA4A76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2F2C3F1-2821-A27B-B44F-E4F504D94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101D68-4D61-30A6-9BD7-0656927CE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0A963-9EE2-4A9B-B411-7EF87C646B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275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7E7682-8B54-3E97-C0DA-E66B9DB72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F7D80E-064A-2C0A-8E7F-26F47A8D7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1D4CD87-4FCF-3118-4E68-4819D1F4D3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46B245-FE22-CE94-0E19-E196F3484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C5A23-5348-47D6-A19F-73F30BA4A76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CFB839-C796-8504-AEA6-4F6AB60B7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D06DE8F-4F1E-A2C0-E263-378BF2EDE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0A963-9EE2-4A9B-B411-7EF87C646B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9130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313160-69DF-AFA0-CEF3-9599ECD09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A259296-1EDF-FF2C-86A8-C19230DBC5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8D420BB-3FD5-651F-4EA9-A872C78DD6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4D838D9-6BD4-9CCC-4AC4-40E157147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C5A23-5348-47D6-A19F-73F30BA4A76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B34AEA-0D8C-9981-C2EC-90A08F006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255CC48-7C68-368E-31C2-2308BBF15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0A963-9EE2-4A9B-B411-7EF87C646B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7494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F70B31-63E4-CB7D-02D3-AE7E1D010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67EBAC4-E2AE-61E8-5517-BE937FDA65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B69035-5D73-D100-B367-06568FB50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C5A23-5348-47D6-A19F-73F30BA4A76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966334-93A7-095A-E202-BA78D675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A5C7E9-260D-98B9-6E7A-D05411B4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0A963-9EE2-4A9B-B411-7EF87C646B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0324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1342774-8515-C9F5-000E-9227928377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2204690-49C2-D70E-77CD-8213328E8B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AB5441-27CE-377A-83D8-5485F9046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C5A23-5348-47D6-A19F-73F30BA4A76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13190A-DD08-74F9-18C3-FFC8C45A7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342EF7-D333-F0F9-4E41-6B967316B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0A963-9EE2-4A9B-B411-7EF87C646B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7275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6D176EF-E865-92AC-1B9B-F62F14DD6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8D2630-90FF-E251-C39D-BEA8F8F34F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C2E647-3A4F-3277-A624-44619B512B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9C5A23-5348-47D6-A19F-73F30BA4A76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48FEB4-FE52-A3E9-A8F6-D0A3E6D008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D6F2DA-5BD2-A415-65DA-374090CFD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20A963-9EE2-4A9B-B411-7EF87C646B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761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~@~.~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영수증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9457A18-D949-475F-E2B6-9774EC6CC5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728" y="566338"/>
            <a:ext cx="11412543" cy="572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440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E18548C-9655-CFD0-14FE-7E27C742FE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229" y="656838"/>
            <a:ext cx="11231542" cy="554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361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상징, 그래픽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5066C86-977E-925F-00F4-9976C65AA4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803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상징, 로고, 그래픽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725E063-0F75-98BF-A090-A758C62EA6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328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130C2B-309F-CA35-6127-1ACA7B62CDFC}"/>
              </a:ext>
            </a:extLst>
          </p:cNvPr>
          <p:cNvSpPr txBox="1"/>
          <p:nvPr/>
        </p:nvSpPr>
        <p:spPr>
          <a:xfrm>
            <a:off x="0" y="0"/>
            <a:ext cx="12192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MainHome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O</a:t>
            </a:r>
          </a:p>
          <a:p>
            <a:r>
              <a:rPr lang="ko-KR" altLang="en-US" dirty="0"/>
              <a:t>로그인 버튼</a:t>
            </a:r>
            <a:endParaRPr lang="en-US" altLang="ko-KR" dirty="0"/>
          </a:p>
          <a:p>
            <a:r>
              <a:rPr lang="ko-KR" altLang="en-US" dirty="0"/>
              <a:t>회원가입 버튼</a:t>
            </a:r>
            <a:endParaRPr lang="en-US" altLang="ko-KR" dirty="0"/>
          </a:p>
          <a:p>
            <a:r>
              <a:rPr lang="ko-KR" altLang="en-US" dirty="0"/>
              <a:t>차량등록 버튼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X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6729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59E63-A819-8F9C-848B-518DEEFA6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13FD16-45E9-A1DF-93A4-3F0D0227EB8A}"/>
              </a:ext>
            </a:extLst>
          </p:cNvPr>
          <p:cNvSpPr txBox="1"/>
          <p:nvPr/>
        </p:nvSpPr>
        <p:spPr>
          <a:xfrm>
            <a:off x="0" y="0"/>
            <a:ext cx="1219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Login</a:t>
            </a:r>
          </a:p>
          <a:p>
            <a:endParaRPr lang="en-US" altLang="ko-KR" dirty="0"/>
          </a:p>
          <a:p>
            <a:r>
              <a:rPr lang="en-US" altLang="ko-KR" dirty="0"/>
              <a:t>O</a:t>
            </a:r>
          </a:p>
          <a:p>
            <a:r>
              <a:rPr lang="ko-KR" altLang="en-US" dirty="0"/>
              <a:t>아이디</a:t>
            </a:r>
            <a:endParaRPr lang="en-US" altLang="ko-KR" dirty="0"/>
          </a:p>
          <a:p>
            <a:r>
              <a:rPr lang="ko-KR" altLang="en-US" dirty="0"/>
              <a:t>비밀번호</a:t>
            </a:r>
            <a:endParaRPr lang="en-US" altLang="ko-KR" dirty="0"/>
          </a:p>
          <a:p>
            <a:r>
              <a:rPr lang="ko-KR" altLang="en-US" dirty="0"/>
              <a:t>아이디 저장 버튼</a:t>
            </a:r>
            <a:endParaRPr lang="en-US" altLang="ko-KR" dirty="0"/>
          </a:p>
          <a:p>
            <a:r>
              <a:rPr lang="ko-KR" altLang="en-US" dirty="0"/>
              <a:t>아이디 찾기 링크</a:t>
            </a:r>
            <a:endParaRPr lang="en-US" altLang="ko-KR" dirty="0"/>
          </a:p>
          <a:p>
            <a:r>
              <a:rPr lang="ko-KR" altLang="en-US" dirty="0"/>
              <a:t>비밀번호 찾기 링크</a:t>
            </a:r>
            <a:endParaRPr lang="en-US" altLang="ko-KR" dirty="0"/>
          </a:p>
          <a:p>
            <a:r>
              <a:rPr lang="ko-KR" altLang="en-US" dirty="0"/>
              <a:t>회원가입 링크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X</a:t>
            </a:r>
          </a:p>
          <a:p>
            <a:r>
              <a:rPr lang="ko-KR" altLang="en-US" dirty="0"/>
              <a:t>아이디 찾기 </a:t>
            </a:r>
            <a:r>
              <a:rPr lang="ko-KR" altLang="en-US" dirty="0" err="1"/>
              <a:t>미구현</a:t>
            </a:r>
            <a:endParaRPr lang="en-US" altLang="ko-KR" dirty="0"/>
          </a:p>
          <a:p>
            <a:r>
              <a:rPr lang="ko-KR" altLang="en-US" dirty="0"/>
              <a:t>비밀번호 찾기 </a:t>
            </a:r>
            <a:r>
              <a:rPr lang="ko-KR" altLang="en-US" dirty="0" err="1"/>
              <a:t>미구현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2367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13334-C8F7-D52D-69DB-3BD9C1483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30F3D7-6705-A85F-A6C4-C3183970DC50}"/>
              </a:ext>
            </a:extLst>
          </p:cNvPr>
          <p:cNvSpPr txBox="1"/>
          <p:nvPr/>
        </p:nvSpPr>
        <p:spPr>
          <a:xfrm>
            <a:off x="0" y="0"/>
            <a:ext cx="12192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Regi</a:t>
            </a:r>
          </a:p>
          <a:p>
            <a:endParaRPr lang="en-US" altLang="ko-KR" dirty="0"/>
          </a:p>
          <a:p>
            <a:r>
              <a:rPr lang="en-US" altLang="ko-KR" dirty="0"/>
              <a:t>O</a:t>
            </a:r>
          </a:p>
          <a:p>
            <a:r>
              <a:rPr lang="ko-KR" altLang="en-US" dirty="0"/>
              <a:t>아이디 </a:t>
            </a:r>
            <a:r>
              <a:rPr lang="en-US" altLang="ko-KR" dirty="0"/>
              <a:t>(6~16</a:t>
            </a:r>
            <a:r>
              <a:rPr lang="ko-KR" altLang="en-US" dirty="0"/>
              <a:t>자</a:t>
            </a:r>
            <a:r>
              <a:rPr lang="en-US" altLang="ko-KR" dirty="0"/>
              <a:t>, </a:t>
            </a:r>
            <a:r>
              <a:rPr lang="ko-KR" altLang="en-US" dirty="0"/>
              <a:t>소문자</a:t>
            </a:r>
            <a:r>
              <a:rPr lang="en-US" altLang="ko-KR" dirty="0"/>
              <a:t>/</a:t>
            </a:r>
            <a:r>
              <a:rPr lang="ko-KR" altLang="en-US" dirty="0"/>
              <a:t>숫자 사용가능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아이디 중복 확인 버튼 </a:t>
            </a:r>
            <a:r>
              <a:rPr lang="en-US" altLang="ko-KR" dirty="0"/>
              <a:t>(</a:t>
            </a:r>
            <a:r>
              <a:rPr lang="ko-KR" altLang="en-US" dirty="0"/>
              <a:t>최소 </a:t>
            </a:r>
            <a:r>
              <a:rPr lang="en-US" altLang="ko-KR" dirty="0"/>
              <a:t>1</a:t>
            </a:r>
            <a:r>
              <a:rPr lang="ko-KR" altLang="en-US" dirty="0"/>
              <a:t>회 클릭 필요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비밀번호 </a:t>
            </a:r>
            <a:r>
              <a:rPr lang="en-US" altLang="ko-KR" dirty="0"/>
              <a:t>(6~16</a:t>
            </a:r>
            <a:r>
              <a:rPr lang="ko-KR" altLang="en-US" dirty="0"/>
              <a:t>자</a:t>
            </a:r>
            <a:r>
              <a:rPr lang="en-US" altLang="ko-KR" dirty="0"/>
              <a:t>, </a:t>
            </a:r>
            <a:r>
              <a:rPr lang="ko-KR" altLang="en-US" dirty="0"/>
              <a:t>소문자</a:t>
            </a:r>
            <a:r>
              <a:rPr lang="en-US" altLang="ko-KR" dirty="0"/>
              <a:t>1+</a:t>
            </a:r>
            <a:r>
              <a:rPr lang="ko-KR" altLang="en-US" dirty="0"/>
              <a:t>대문자</a:t>
            </a:r>
            <a:r>
              <a:rPr lang="en-US" altLang="ko-KR" dirty="0"/>
              <a:t>1+</a:t>
            </a:r>
            <a:r>
              <a:rPr lang="ko-KR" altLang="en-US" dirty="0"/>
              <a:t>특수문자</a:t>
            </a:r>
            <a:r>
              <a:rPr lang="en-US" altLang="ko-KR" dirty="0"/>
              <a:t>1 </a:t>
            </a:r>
            <a:r>
              <a:rPr lang="ko-KR" altLang="en-US" dirty="0"/>
              <a:t>필수 포함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비밀번호 확인 </a:t>
            </a:r>
            <a:r>
              <a:rPr lang="en-US" altLang="ko-KR" dirty="0"/>
              <a:t>(</a:t>
            </a:r>
            <a:r>
              <a:rPr lang="ko-KR" altLang="en-US" dirty="0"/>
              <a:t>비밀번호와 일치하는지 검사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이름 </a:t>
            </a:r>
            <a:r>
              <a:rPr lang="en-US" altLang="ko-KR" dirty="0"/>
              <a:t>(</a:t>
            </a:r>
            <a:r>
              <a:rPr lang="ko-KR" altLang="en-US" dirty="0"/>
              <a:t>한글만 입력 가능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생년월일 </a:t>
            </a:r>
            <a:r>
              <a:rPr lang="en-US" altLang="ko-KR" dirty="0"/>
              <a:t>(</a:t>
            </a:r>
            <a:r>
              <a:rPr lang="ko-KR" altLang="en-US" dirty="0"/>
              <a:t>오늘 이전의 날만 입력 가능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성별</a:t>
            </a:r>
            <a:endParaRPr lang="en-US" altLang="ko-KR" dirty="0"/>
          </a:p>
          <a:p>
            <a:r>
              <a:rPr lang="ko-KR" altLang="en-US" dirty="0"/>
              <a:t>휴대폰 </a:t>
            </a:r>
            <a:r>
              <a:rPr lang="en-US" altLang="ko-KR" dirty="0"/>
              <a:t>(</a:t>
            </a:r>
            <a:r>
              <a:rPr lang="ko-KR" altLang="en-US" dirty="0"/>
              <a:t>숫자만 입력 가능</a:t>
            </a:r>
            <a:r>
              <a:rPr lang="en-US" altLang="ko-KR" dirty="0"/>
              <a:t>, 010/011</a:t>
            </a:r>
            <a:r>
              <a:rPr lang="ko-KR" altLang="en-US" dirty="0"/>
              <a:t>로 시작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이메일 </a:t>
            </a:r>
            <a:r>
              <a:rPr lang="en-US" altLang="ko-KR" dirty="0"/>
              <a:t>(</a:t>
            </a:r>
            <a:r>
              <a:rPr lang="en-US" altLang="ko-KR" dirty="0">
                <a:hlinkClick r:id="rId2"/>
              </a:rPr>
              <a:t>~@~.~</a:t>
            </a:r>
            <a:r>
              <a:rPr lang="en-US" altLang="ko-KR" dirty="0"/>
              <a:t> </a:t>
            </a:r>
            <a:r>
              <a:rPr lang="ko-KR" altLang="en-US" dirty="0"/>
              <a:t>형태 확인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주소 </a:t>
            </a:r>
            <a:r>
              <a:rPr lang="en-US" altLang="ko-KR" dirty="0"/>
              <a:t>(</a:t>
            </a:r>
            <a:r>
              <a:rPr lang="ko-KR" altLang="en-US" dirty="0"/>
              <a:t>카카오 우편번호 서비스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상세 주소</a:t>
            </a:r>
            <a:endParaRPr lang="en-US" altLang="ko-KR" dirty="0"/>
          </a:p>
          <a:p>
            <a:r>
              <a:rPr lang="ko-KR" altLang="en-US" dirty="0"/>
              <a:t>회원가입 버튼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X</a:t>
            </a:r>
          </a:p>
          <a:p>
            <a:r>
              <a:rPr lang="ko-KR" altLang="en-US" dirty="0"/>
              <a:t>비밀번호 확인 입력 후 비밀번호 바꿀 시에도 일치한다고 출력 중</a:t>
            </a:r>
            <a:endParaRPr lang="en-US" altLang="ko-KR" dirty="0"/>
          </a:p>
          <a:p>
            <a:r>
              <a:rPr lang="ko-KR" altLang="en-US" dirty="0"/>
              <a:t>생년월일 미래로도 가능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6434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87D8C-B541-E0EB-CF5B-039C2C595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59A523-7C4E-D0DD-A541-D1AD03DED8EB}"/>
              </a:ext>
            </a:extLst>
          </p:cNvPr>
          <p:cNvSpPr txBox="1"/>
          <p:nvPr/>
        </p:nvSpPr>
        <p:spPr>
          <a:xfrm>
            <a:off x="0" y="0"/>
            <a:ext cx="12192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VehiRegi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O</a:t>
            </a:r>
          </a:p>
          <a:p>
            <a:r>
              <a:rPr lang="ko-KR" altLang="en-US" dirty="0"/>
              <a:t>로그인 상태 확인</a:t>
            </a:r>
            <a:endParaRPr lang="en-US" altLang="ko-KR" dirty="0"/>
          </a:p>
          <a:p>
            <a:r>
              <a:rPr lang="ko-KR" altLang="en-US" dirty="0"/>
              <a:t>차량 번호</a:t>
            </a:r>
            <a:endParaRPr lang="en-US" altLang="ko-KR" dirty="0"/>
          </a:p>
          <a:p>
            <a:r>
              <a:rPr lang="ko-KR" altLang="en-US" dirty="0"/>
              <a:t>차종 선택</a:t>
            </a:r>
            <a:endParaRPr lang="en-US" altLang="ko-KR" dirty="0"/>
          </a:p>
          <a:p>
            <a:r>
              <a:rPr lang="ko-KR" altLang="en-US" dirty="0"/>
              <a:t>유종</a:t>
            </a:r>
            <a:endParaRPr lang="en-US" altLang="ko-KR" dirty="0"/>
          </a:p>
          <a:p>
            <a:r>
              <a:rPr lang="ko-KR" altLang="en-US" dirty="0"/>
              <a:t>차량 등록하기 버튼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X</a:t>
            </a:r>
          </a:p>
          <a:p>
            <a:r>
              <a:rPr lang="ko-KR" altLang="en-US" dirty="0"/>
              <a:t>미 로그인 시 </a:t>
            </a:r>
            <a:r>
              <a:rPr lang="ko-KR" altLang="en-US" dirty="0" err="1"/>
              <a:t>뒤로가기</a:t>
            </a:r>
            <a:r>
              <a:rPr lang="ko-KR" altLang="en-US" dirty="0"/>
              <a:t> 안됨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0930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2537F-E7C2-CE57-C5BF-03377EA8A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D977D4-D885-FFC0-B941-9C3CAA778681}"/>
              </a:ext>
            </a:extLst>
          </p:cNvPr>
          <p:cNvSpPr txBox="1"/>
          <p:nvPr/>
        </p:nvSpPr>
        <p:spPr>
          <a:xfrm>
            <a:off x="0" y="0"/>
            <a:ext cx="12192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Entry</a:t>
            </a:r>
          </a:p>
          <a:p>
            <a:endParaRPr lang="en-US" altLang="ko-KR" dirty="0"/>
          </a:p>
          <a:p>
            <a:r>
              <a:rPr lang="en-US" altLang="ko-KR" dirty="0"/>
              <a:t>O</a:t>
            </a:r>
          </a:p>
          <a:p>
            <a:r>
              <a:rPr lang="ko-KR" altLang="en-US" dirty="0"/>
              <a:t>파일 선택</a:t>
            </a:r>
            <a:endParaRPr lang="en-US" altLang="ko-KR" dirty="0"/>
          </a:p>
          <a:p>
            <a:r>
              <a:rPr lang="en-US" altLang="ko-KR" dirty="0"/>
              <a:t>OCR</a:t>
            </a:r>
          </a:p>
          <a:p>
            <a:r>
              <a:rPr lang="ko-KR" altLang="en-US" dirty="0"/>
              <a:t>입차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X</a:t>
            </a:r>
          </a:p>
          <a:p>
            <a:r>
              <a:rPr lang="ko-KR" altLang="en-US" dirty="0"/>
              <a:t>파일 선택 전 광고 화면 만들기</a:t>
            </a:r>
            <a:endParaRPr lang="en-US" altLang="ko-KR" dirty="0"/>
          </a:p>
          <a:p>
            <a:r>
              <a:rPr lang="ko-KR" altLang="en-US" dirty="0"/>
              <a:t>입차 후 </a:t>
            </a:r>
            <a:r>
              <a:rPr lang="en-US" altLang="ko-KR" dirty="0"/>
              <a:t>n</a:t>
            </a:r>
            <a:r>
              <a:rPr lang="ko-KR" altLang="en-US" dirty="0"/>
              <a:t>초 후 광고 화면으로 이동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9884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CBB4F-64C0-87A6-8DB7-231CE7E6E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CB7C3A-9CE0-933B-DDCE-1E43791AF8FF}"/>
              </a:ext>
            </a:extLst>
          </p:cNvPr>
          <p:cNvSpPr txBox="1"/>
          <p:nvPr/>
        </p:nvSpPr>
        <p:spPr>
          <a:xfrm>
            <a:off x="0" y="0"/>
            <a:ext cx="12192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Exit</a:t>
            </a:r>
          </a:p>
          <a:p>
            <a:endParaRPr lang="en-US" altLang="ko-KR" dirty="0"/>
          </a:p>
          <a:p>
            <a:r>
              <a:rPr lang="en-US" altLang="ko-KR" dirty="0"/>
              <a:t>O</a:t>
            </a:r>
          </a:p>
          <a:p>
            <a:r>
              <a:rPr lang="ko-KR" altLang="en-US" dirty="0"/>
              <a:t>파일 선택</a:t>
            </a:r>
            <a:endParaRPr lang="en-US" altLang="ko-KR" dirty="0"/>
          </a:p>
          <a:p>
            <a:r>
              <a:rPr lang="en-US" altLang="ko-KR" dirty="0"/>
              <a:t>OCR</a:t>
            </a:r>
          </a:p>
          <a:p>
            <a:r>
              <a:rPr lang="ko-KR" altLang="en-US" dirty="0" err="1"/>
              <a:t>출차</a:t>
            </a:r>
            <a:endParaRPr lang="en-US" altLang="ko-KR" dirty="0"/>
          </a:p>
          <a:p>
            <a:r>
              <a:rPr lang="ko-KR" altLang="en-US" dirty="0"/>
              <a:t>계산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X</a:t>
            </a:r>
          </a:p>
          <a:p>
            <a:r>
              <a:rPr lang="ko-KR" altLang="en-US" dirty="0"/>
              <a:t>파일 선택 전 광고 화면 만들기</a:t>
            </a:r>
            <a:endParaRPr lang="en-US" altLang="ko-KR" dirty="0"/>
          </a:p>
          <a:p>
            <a:r>
              <a:rPr lang="ko-KR" altLang="en-US" dirty="0"/>
              <a:t>결제 후 </a:t>
            </a:r>
            <a:r>
              <a:rPr lang="en-US" altLang="ko-KR" dirty="0"/>
              <a:t>n</a:t>
            </a:r>
            <a:r>
              <a:rPr lang="ko-KR" altLang="en-US" dirty="0"/>
              <a:t>초 후 광고 화면으로 이동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5897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193</Words>
  <Application>Microsoft Office PowerPoint</Application>
  <PresentationFormat>와이드스크린</PresentationFormat>
  <Paragraphs>72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동현 임</dc:creator>
  <cp:lastModifiedBy>동현 임</cp:lastModifiedBy>
  <cp:revision>1</cp:revision>
  <dcterms:created xsi:type="dcterms:W3CDTF">2026-01-29T02:49:32Z</dcterms:created>
  <dcterms:modified xsi:type="dcterms:W3CDTF">2026-01-29T03:03:14Z</dcterms:modified>
</cp:coreProperties>
</file>